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F0FF"/>
                </a:solidFill>
              </a:defRPr>
            </a:pPr>
            <a:r>
              <a:t>FETCH-A-THON 3.0  |  FETCH.AI INNOVATION LAB  |  NATIONAL AI AGENT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99669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RecoverPay</a:t>
            </a:r>
          </a:p>
          <a:p>
            <a:pPr>
              <a:spcBef>
                <a:spcPts val="800"/>
              </a:spcBef>
              <a:defRPr sz="2200" b="1">
                <a:solidFill>
                  <a:srgbClr val="FFD166"/>
                </a:solidFill>
              </a:defRPr>
            </a:pPr>
            <a:r>
              <a:t>Autonomous Multi-Agent Delayed Payment Resolution for Indian MSMEs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31920"/>
            <a:ext cx="9966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AAB4C8"/>
                </a:solidFill>
              </a:defRPr>
            </a:pPr>
            <a:r>
              <a:t>Automating statutory Section 16 compound monthly interest, 3-way commercial invoice verification, and direct autonomous B2B settlement using Fetch.ai uAgents and Agent Payment Protocol.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48640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6D6A0"/>
                </a:solidFill>
              </a:defRPr>
            </a:pPr>
            <a:r>
              <a:t>Built on Fetch.ai uAgents &amp; ASI:One  |  Live on Agentverse Testnet  |  MSMED Act 2006 Compliant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FETCH-A-THON 3.0 | NATIONAL AI AGENT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Problem: India's ₹10 Lakh Crore MSME Delayed Payment Crisis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D166"/>
                </a:solidFill>
              </a:defRPr>
            </a:pPr>
            <a:r>
              <a:t>1. The Economic Chokehold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Over ₹10 Lakh Crore locked in delayed receivables across Indian MSMEs.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Average payment delay exceeds 90 to 180 days across manufacturing &amp; supply chains.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Cascades into acute working capital dry-up, payroll defaults, and business closures.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63+ million Indian MSMEs affected nationwide.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0FF"/>
                </a:solidFill>
              </a:defRPr>
            </a:pPr>
            <a:r>
              <a:t>2. The Statutory Right (MSMED 2006)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Section 15: Mandatory payment within agreed terms (statutory cap of 45 days).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Section 16: Statutory penal interest at 3x the RBI Bank Rate compounded monthly.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Section 2(n): Mandatory prerequisite of registered Udyam classification.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Interest is non-deductible for buyers under Income Tax Act Section 23.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D166"/>
                </a:solidFill>
              </a:defRPr>
            </a:pPr>
            <a:r>
              <a:t>3. Why Existing Systems Fail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Expensive Legal Fees: MSMEs cannot afford commercial lawyers for small claims.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Complex Calculation: Compound monthly rest calculations at floating RBI rates.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Evidence Friction: Purchase orders, tax invoices, and GRN delivery proofs are scattered.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Aggressive Disputes: Intimidating legal notices permanently destroy buyer relationships.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FETCH-A-THON 3.0 | NATIONAL AI AGENT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Solution: Distributed Multi-Agent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103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0FF"/>
                </a:solidFill>
              </a:defRPr>
            </a:pPr>
            <a:r>
              <a:t>recoverpay-orchestrator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Central Supervisor (:8000)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Enforces Udyam Section 2(n) eligibility gate.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State machine coordinator (start -&gt; review -&gt; done).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Monitors agent response times &amp; supervisor loop.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Integrates Fetch.ai Agent Payment Protocol (role: seller).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783080"/>
            <a:ext cx="2103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D6A0"/>
                </a:solidFill>
              </a:defRPr>
            </a:pPr>
            <a:r>
              <a:t>recoverpay-verifier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Evidence Engine (:8001)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Automated 3-way match: PO vs Tax Invoice vs signed GRN.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Detects amount discrepancies, quantity mismatches.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Flags missing delivery proofs before claims are made.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Supports FORCE_FAIL=true recovery testing.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2103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D166"/>
                </a:solidFill>
              </a:defRPr>
            </a:pPr>
            <a:r>
              <a:t>recoverpay-fallback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Resilience Agent (:8002)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Standby rule-based reconciliation in mode 'lite'.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Activated only when verifier times out or evidence gaps occur.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Guarantees the system never halts or crashes.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Requires human-in-the-loop approval before running.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1783080"/>
            <a:ext cx="2103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0FF"/>
                </a:solidFill>
              </a:defRPr>
            </a:pPr>
            <a:r>
              <a:t>recoverpay-drafter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Notice Drafter (:8003)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Synthesizes objective, non-threatening draft notices.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Powered by ASI:One LLM (asi1-mini) live path.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Fixed template fallback if AI is offline.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Strictly embeds mandatory review-only guardrail banners.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FETCH-A-THON 3.0 | NATIONAL AI AGENT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Fetch.ai Native Protocols: ACP &amp; Agent Payment Protocol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0FF"/>
                </a:solidFill>
              </a:defRPr>
            </a:pPr>
            <a:r>
              <a:t>1. Agent Communication Protocol (ACP)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Standardized asynchronous message exchange between MSME suppliers &amp; agents.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Interactive UI Cards: Delivers eligibility forms, carousel selection, and package review cards inline in chat.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ChatMessage &amp; ChatAcknowledgement envelope handling.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Deterministic Message Deduplication: Tracks message IDs in local state to prevent replay attacks.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Seamless integration into Agentverse Chat and Discovery.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D6A0"/>
                </a:solidFill>
              </a:defRPr>
            </a:pPr>
            <a:r>
              <a:t>2. Fetch.ai Agent Payment Protocol (v0.1.0)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Enables autonomous buyer agents to settle overdue claims directly with zero manual human banking friction.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Role: Seller: Orchestrator exposes formal payment request specification with total claim amount (Principal + Section 16 Interest).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CommitPayment: Buyer's agent deposits settlement transaction hash (tx_fet_...).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Cryptographic Verification: Automatically validates transaction reference against invoice number.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Audit Ledger: Marks claim fully settled in tamper-evident hash trail.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FETCH-A-THON 3.0 | NATIONAL AI AGENT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Statutory Math Engine &amp; Safety Guardrails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D166"/>
                </a:solidFill>
              </a:defRPr>
            </a:pPr>
            <a:r>
              <a:t>Statutory Calculation Engine (Section 16)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Statutory Multiplier: Exactly 3x the RBI Notified Bank Rate (6.5% x 3 = 19.5% annual rate).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Compounding Period: Strict monthly rest compounding following Section 16 mandates.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Day Count Convention: Exact 30/360 statutory interest accumulation.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Estimate Labelling: Every single rupee figure is explicitly watermarked: 'Estimate, verify before use'.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Full Legal Provenance: Rules loaded from verified, auditable data/rules.json citations.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0FF"/>
                </a:solidFill>
              </a:defRPr>
            </a:pPr>
            <a:r>
              <a:t>Bulletproof Compliance &amp; Safety Guardrails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Human-in-the-Loop Review: Notices are prepared for internal supplier review only. NOTHING is auto-sent.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No Legal Threatening: AST and regex scanners reject forbidden language ('we will sue', 'guilty', 'legal action').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Zero Unauthorized Filing: Never auto-files to MSME Samadhaan portal without explicit human lawyer review.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Natural Language Extraction: ASI:One LLM extracts unstructured user invoice descriptions into typed schema.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Immutable Audit Log: SHA-256 hash-chained event logs record every user decision and calculation.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FETCH-A-THON 3.0 | NATIONAL AI AGENT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Fault Tolerance &amp; Self-Healing Failure Recovery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D166"/>
                </a:solidFill>
              </a:defRPr>
            </a:pPr>
            <a:r>
              <a:t>1. Timeout Detection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Real-time supervisor interval @agent.on_interval(period=1.0).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Monitors pending request lifecycle with TIMEOUT_SECONDS = 5.0.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Catches slow network, dropped packets, or crashed specialist agents.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Automatically executes 1 immediate retry.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0FF"/>
                </a:solidFill>
              </a:defRPr>
            </a:pPr>
            <a:r>
              <a:t>2. Human Approval Gate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If verifier agent fails second attempt, does NOT crash.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Transitions session state to 'waiting_for_approval'.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Notifies user in chat: 'Verifier timed out. A rule-based fallback can proceed in lite mode.'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Awaits explicit 'approve' or 'refuse' decision.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D6A0"/>
                </a:solidFill>
              </a:defRPr>
            </a:pPr>
            <a:r>
              <a:t>3. Zero-Redundancy Resume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Upon user approval, invokes recoverpay-fallback in mode 'lite'.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Resumes from serialized checkpoint in ctx.storage.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Idempotency step-key hashing prevents re-running completed steps.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Successfully completes draft package generation.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FETCH-A-THON 3.0 | NATIONAL AI AGENT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Government Credit Scheme Readiness Checklists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0FF"/>
                </a:solidFill>
              </a:defRPr>
            </a:pPr>
            <a:r>
              <a:t>Official Scheme Checklists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MUDRA (Pradhan Mantri Mudra Yojana): Shishu, Kishore, Tarun working capital loans.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CGTMSE: Credit Guarantee Fund Trust for Micro and Small Enterprises.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PMEGP: Prime Minister's Employment Generation Programme.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Stand-Up India: Enterprise financing for greenfield projects.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Verified Sources: Document requirements mapped strictly to official government portal URLs.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D166"/>
                </a:solidFill>
              </a:defRPr>
            </a:pPr>
            <a:r>
              <a:t>Ethical &amp; Responsible AI Safeguards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Mandatory Consent: Explicit user consent and confirmation required before producing checklists.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Zero Discrimination: Profile schema contains NO gender, caste, religion, or regional bias fields.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No Guarantees: Strictly labelled 'Draft checklist, confirm with lender or official portal'.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Forbidden Words Enforced: Scanner forbids words like 'eligible', 'qualify', 'guaranteed', or credit scoring.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Provides MSMEs actionable document gaps (e.g. Udyam cert, last 6 months bank statement).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</a:defRPr>
            </a:pPr>
            <a:r>
              <a:t>FETCH-A-THON 3.0 | NATIONAL AI AGENT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Live Deployment, Verification &amp; Hackathon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D6A0"/>
                </a:solidFill>
              </a:defRPr>
            </a:pPr>
            <a:r>
              <a:t>Production Verification &amp; Live Status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Live on Agentverse: Registered as Active uAgent (address: agent1qg8q2akju5ejws...).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Full Automated Verification: 44/44 Unit Tests passing in 4.48s with pytest.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5-Step E2E Smoke Test: 100% verified across eligibility, calculation, payments, intake, and schemes.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Live HTTP Webhook: Exposing local ASGI server (:8000) over secure public HTTPS tunnel.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Clean Open Source: Complete documentation, setup guides, and Apache/MIT ready codebase on GitHub.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D166"/>
                </a:solidFill>
              </a:defRPr>
            </a:pPr>
            <a:r>
              <a:t>Why RecoverPay Wins Fetch-A-Thon 3.0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Real Economic Impact: Solves an existential ₹10 Lakh Crore financial crisis for 63M Indian MSMEs.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True Autonomous Multi-Agent System: 4 specialist uAgents with decentralized consensus and supervisor loops.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Cutting-Edge Fetch.ai Stack: Combines ACP, Agentverse Discovery, and the new Agent Payment Protocol.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Rock-Solid Engineering: Self-healing error recovery, idempotency hashing, and strict statutory guardrails.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 Instant Deployment: Ready for adoption by MSME associations, fintechs, and trade bodies.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